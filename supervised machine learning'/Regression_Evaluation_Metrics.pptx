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Evaluation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7724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 ·  RMSE  ·  MAE  ·  R² Score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a regression model actually predict?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Notes  ·  Machine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0" y="914400"/>
            <a:ext cx="2011680" cy="2011680"/>
          </a:xfrm>
          <a:prstGeom prst="ellipse">
            <a:avLst/>
          </a:prstGeom>
          <a:solidFill>
            <a:srgbClr val="12A59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023360"/>
            <a:ext cx="1280160" cy="1280160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MSE — Mean Squared Error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squared errors between actual and predicted values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= (1/n) Σ (Actual − Predicted)²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Key Points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how far predictions are from actual values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errors are penalized more heavily — they are squared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is in squared units of the target variable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92808"/>
            <a:ext cx="484632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= mean_squared_error(y_test, y_pred)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print("MSE =", mse)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35661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4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703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Why Squaring Matters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4160520"/>
          <a:ext cx="4206240" cy="210312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Error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Squared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Regression Evaluation Metrics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RMSE — Root Mean Squared Error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square root of MSE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√MSE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Why RMSE?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6118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expresses the prediction error in the same unit as the target variable (e.g. Salary) — making it much easier to interpret than MSE.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92808"/>
            <a:ext cx="48463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np.sqrt(mse)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print("RMSE =", rmse)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34290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611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MSE  →  RMSE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5120" y="4206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C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206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D5D"/>
                </a:solidFill>
              </a:rPr>
              <a:t>MSE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85D5D"/>
                </a:solidFill>
              </a:rPr>
              <a:t>(squared units)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2396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7280"/>
                </a:solidFill>
              </a:rPr>
              <a:t>√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418320" y="42062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8F8F5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4206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A594"/>
                </a:solidFill>
              </a:rPr>
              <a:t>RMSE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A594"/>
                </a:solidFill>
              </a:rPr>
              <a:t>(original units)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Regression Evaluation Metrics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MAE — Mean Absolute Error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absolute difference between actual and predicted values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9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= (1/n) Σ |Actual − Predicted|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Key Points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the sign (+ / −) of the error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every error with equal weight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Easy, intuitive interpretation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92808"/>
            <a:ext cx="48463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= mean_absolute_error(y_test, y_pred)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print("MAE =", mae)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34290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4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566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Absolute vs Signed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4023360"/>
          <a:ext cx="4206240" cy="210312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Error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|Error|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Regression Evaluation Metrics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MAE and RMSE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purpose, different sensitivity to outliers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94560"/>
          <a:ext cx="1033272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3794760"/>
                <a:gridCol w="379476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Error type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Absolute error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Squared error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Outlier sensitivity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Less sensitive to outliers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Highly sensitive to outliers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Interpretation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Easy interpretation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Penalizes large mistakes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Regression Evaluation Metrics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R² Score — Coefficient of Determination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variation in the target is explained by the model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1 − (SS_Residual / SS_Total)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Value Range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ranges from 0 to 1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even become negative if the model performs very poorly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681728"/>
            <a:ext cx="493776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r2_score(y_test, y_pred)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print("R2 Score =", r2)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303520" cy="4160520"/>
          </a:xfrm>
          <a:prstGeom prst="roundRect">
            <a:avLst>
              <a:gd name="adj" fmla="val 2198"/>
            </a:avLst>
          </a:prstGeom>
          <a:solidFill>
            <a:srgbClr val="E8F8F5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65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Example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Score = 0.98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Meaning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41148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of the variation in the target variable is explained by the model.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Regression Evaluation Metrics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of R²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63040" y="1737360"/>
            <a:ext cx="2743200" cy="50292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06240" y="1737360"/>
            <a:ext cx="5486400" cy="50292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0" y="1737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Meaning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2240280"/>
            <a:ext cx="2743200" cy="603504"/>
          </a:xfrm>
          <a:prstGeom prst="rect">
            <a:avLst/>
          </a:prstGeom>
          <a:solidFill>
            <a:srgbClr val="E8F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24028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06240" y="2240280"/>
            <a:ext cx="5486400" cy="603504"/>
          </a:xfrm>
          <a:prstGeom prst="rect">
            <a:avLst/>
          </a:prstGeom>
          <a:solidFill>
            <a:srgbClr val="E8F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24028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Perfect prediction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63040" y="2843784"/>
            <a:ext cx="2743200" cy="603504"/>
          </a:xfrm>
          <a:prstGeom prst="rect">
            <a:avLst/>
          </a:prstGeom>
          <a:solidFill>
            <a:srgbClr val="E8F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843784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06240" y="2843784"/>
            <a:ext cx="5486400" cy="603504"/>
          </a:xfrm>
          <a:prstGeom prst="rect">
            <a:avLst/>
          </a:prstGeom>
          <a:solidFill>
            <a:srgbClr val="E8F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843784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Excellent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63040" y="3447288"/>
            <a:ext cx="2743200" cy="603504"/>
          </a:xfrm>
          <a:prstGeom prst="rect">
            <a:avLst/>
          </a:prstGeom>
          <a:solidFill>
            <a:srgbClr val="EEF6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447288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06240" y="3447288"/>
            <a:ext cx="5486400" cy="603504"/>
          </a:xfrm>
          <a:prstGeom prst="rect">
            <a:avLst/>
          </a:prstGeom>
          <a:solidFill>
            <a:srgbClr val="EEF6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3447288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Very Good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463040" y="4050792"/>
            <a:ext cx="2743200" cy="603504"/>
          </a:xfrm>
          <a:prstGeom prst="rect">
            <a:avLst/>
          </a:prstGeom>
          <a:solidFill>
            <a:srgbClr val="FFF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05079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06240" y="4050792"/>
            <a:ext cx="5486400" cy="603504"/>
          </a:xfrm>
          <a:prstGeom prst="rect">
            <a:avLst/>
          </a:prstGeom>
          <a:solidFill>
            <a:srgbClr val="FFF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4050792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Good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463040" y="4654296"/>
            <a:ext cx="2743200" cy="60350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4654296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9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206240" y="4654296"/>
            <a:ext cx="5486400" cy="60350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4654296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Average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463040" y="5257800"/>
            <a:ext cx="2743200" cy="603504"/>
          </a:xfrm>
          <a:prstGeom prst="rect">
            <a:avLst/>
          </a:prstGeom>
          <a:solidFill>
            <a:srgbClr val="FCEA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525780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206240" y="5257800"/>
            <a:ext cx="5486400" cy="603504"/>
          </a:xfrm>
          <a:prstGeom prst="rect">
            <a:avLst/>
          </a:prstGeom>
          <a:solidFill>
            <a:srgbClr val="FCEA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525780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Model learned nothing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463040" y="5861304"/>
            <a:ext cx="2743200" cy="603504"/>
          </a:xfrm>
          <a:prstGeom prst="rect">
            <a:avLst/>
          </a:prstGeom>
          <a:solidFill>
            <a:srgbClr val="FCEA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5861304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06240" y="5861304"/>
            <a:ext cx="5486400" cy="603504"/>
          </a:xfrm>
          <a:prstGeom prst="rect">
            <a:avLst/>
          </a:prstGeom>
          <a:solidFill>
            <a:srgbClr val="FCEA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5861304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Very Poor Model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Regression Evaluation Metrics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2026-07-29T03:26:50Z</dcterms:created>
  <dcterms:modified xsi:type="dcterms:W3CDTF">2026-07-29T03:26:50Z</dcterms:modified>
</cp:coreProperties>
</file>