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Decision Tree: Criteria &amp; max_depth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How a Decision Tree chooses splits and controls tree complexity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6858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1. Criterion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25880"/>
            <a:ext cx="2926080" cy="6858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2. Information 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25880"/>
            <a:ext cx="2926080" cy="6858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3. max_depth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Measures how good a split is.</a:t>
            </a:r>
            <a:br/>
            <a:br/>
            <a:r>
              <a:t>Examples: Gini, 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240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Measures how much uncertainty is reduced after a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Controls how many levels the tree can grow.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617720"/>
            <a:ext cx="7772400" cy="7772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Goal: Good splits + controlled tree size = better generalization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1. Gini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Classification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Formula: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754880" cy="7772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F3864"/>
                </a:solidFill>
              </a:defRPr>
            </a:pPr>
            <a:r>
              <a:t>Gini = 1 − Σ pᵢ²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B4B4B"/>
                </a:solidFill>
              </a:defRPr>
            </a:pPr>
            <a:r>
              <a:t>Example:</a:t>
            </a:r>
            <a:br/>
            <a:r>
              <a:t>Yes = 6, No = 4</a:t>
            </a:r>
            <a:br/>
            <a:r>
              <a:t>p(Yes)=0.6, p(No)=0.4</a:t>
            </a:r>
            <a:br/>
            <a:r>
              <a:t>Gini = 1 − (0.6² + 0.4²) = 0.48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43891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Gini = 0 → Pure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606040"/>
            <a:ext cx="43891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Higher Gini → More 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B4B4B"/>
                </a:solidFill>
              </a:defRPr>
            </a:pPr>
            <a:r>
              <a:t>When to use:</a:t>
            </a:r>
            <a:br/>
            <a:r>
              <a:t>• Classification problems</a:t>
            </a:r>
            <a:br/>
            <a:r>
              <a:t>• Fast and simple criterion</a:t>
            </a:r>
            <a:br/>
            <a:r>
              <a:t>• Default criterion in sklearn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892040"/>
            <a:ext cx="484632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from sklearn.tree import DecisionTreeClassifier</a:t>
            </a:r>
            <a:br/>
            <a:r>
              <a:t>model = DecisionTreeClassifier(criterion="gini")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2.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Measures uncertainty or disorder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Formula: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669280" cy="7772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3864"/>
                </a:solidFill>
              </a:defRPr>
            </a:pPr>
            <a:r>
              <a:t>Entropy = − Σ pᵢ log₂(pᵢ)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Example:</a:t>
            </a:r>
            <a:br/>
            <a:r>
              <a:t>Yes = 6, No = 4</a:t>
            </a:r>
            <a:br/>
            <a:br/>
            <a:r>
              <a:t>Entropy = −(0.6 log₂0.6) − (0.4 log₂0.4)</a:t>
            </a:r>
            <a:br/>
            <a:r>
              <a:t>Entropy ≈ 0.971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08760"/>
            <a:ext cx="40233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Entropy = 0 → Completely pure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423160"/>
            <a:ext cx="40233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Binary maximum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4290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When to use:</a:t>
            </a:r>
            <a:br/>
            <a:r>
              <a:t>• Classification</a:t>
            </a:r>
            <a:br/>
            <a:r>
              <a:t>• When using information gain</a:t>
            </a:r>
            <a:br/>
            <a:r>
              <a:t>• Useful for understanding uncertainty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663440"/>
            <a:ext cx="438912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model = DecisionTreeClassifier(</a:t>
            </a:r>
            <a:br/>
            <a:r>
              <a:t>    criterion="entropy"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3. Information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Used with entropy to choose the best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Formula: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72768"/>
            <a:ext cx="1069848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864"/>
                </a:solidFill>
              </a:defRPr>
            </a:pPr>
            <a:r>
              <a:t>IG = Entropy(parent) − Σ (Nchild / Nparent) × Entropy(child)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Example — Weather split:</a:t>
            </a:r>
            <a:br/>
            <a:br/>
            <a:r>
              <a:t>Entropy(parent) = 0.94</a:t>
            </a:r>
            <a:br/>
            <a:r>
              <a:t>Sunny entropy = 0.971, Cloudy entropy = 0, Rain entropy = 0.971</a:t>
            </a:r>
            <a:br/>
            <a:br/>
            <a:r>
              <a:t>Weighted child entropy ≈ 0.694</a:t>
            </a:r>
            <a:br/>
            <a:r>
              <a:t>Information Gain = 0.94 − 0.694 ≈ 0.246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5074920"/>
            <a:ext cx="7498079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Higher Information Gain → Better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Gini vs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Both are used for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47548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864"/>
                </a:solidFill>
              </a:defRPr>
            </a:pPr>
            <a:r>
              <a:t>Gini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47548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864"/>
                </a:solidFill>
              </a:defRPr>
            </a:pPr>
            <a:r>
              <a:t>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Impurity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157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1 − Σp²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7157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−Σp log₂(p)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655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Usually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655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Slightly more computation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3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Lower impurity is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15383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Lower entropy is better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65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Default in sklearn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965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4B4B"/>
                </a:solidFill>
              </a:defRPr>
            </a:pPr>
            <a:r>
              <a:t>Specify criterion='entropy'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4. Regression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Used when the target is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120640" cy="65836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MSE — Mean Squared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34440"/>
            <a:ext cx="5120640" cy="65836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MAE — Mean Absolute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MSE = (1/n) Σ(yᵢ − ŷ)²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MAE = (1/n) Σ|yᵢ − ŷ|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MSE penalizes large errors more because errors are squared.</a:t>
            </a:r>
            <a:br/>
            <a:r>
              <a:t>Use when large errors should matter strongly.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4747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MAE is easier to interpret and less sensitive to large outliers.</a:t>
            </a:r>
            <a:br/>
            <a:r>
              <a:t>Use when you want absolute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10241280" cy="109728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from sklearn.tree import DecisionTreeRegressor</a:t>
            </a:r>
            <a:br/>
            <a:r>
              <a:t>model_mse = DecisionTreeRegressor(criterion="squared_error")</a:t>
            </a:r>
            <a:br/>
            <a:r>
              <a:t>model_mae = DecisionTreeRegressor(criterion="absolute_error")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5. What is max_depth?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Controls the maximum number of levels in the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97280"/>
            <a:ext cx="256032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B4B4B"/>
                </a:solidFill>
              </a:defRPr>
            </a:pPr>
            <a:r>
              <a:t>Depth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331720"/>
            <a:ext cx="182880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Sunny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331720"/>
            <a:ext cx="182880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Cloudy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31720"/>
            <a:ext cx="182880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B4B4B"/>
                </a:solidFill>
              </a:defRPr>
            </a:pPr>
            <a:r>
              <a:t>Depth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657600"/>
            <a:ext cx="182880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B4B4B"/>
                </a:solidFill>
              </a:defRPr>
            </a:pPr>
            <a:r>
              <a:t>Depth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max_depth=2</a:t>
            </a:r>
            <a:br/>
            <a:r>
              <a:t>→ tree stops at depth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03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60"/>
                </a:solidFill>
              </a:defRPr>
            </a:pPr>
            <a:r>
              <a:t>Small max_depth</a:t>
            </a:r>
            <a:br/>
            <a:r>
              <a:t>→ simpler tree</a:t>
            </a:r>
            <a:br/>
            <a:r>
              <a:t>→ may underfit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212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Large max_depth</a:t>
            </a:r>
            <a:br/>
            <a:r>
              <a:t>→ complex tree</a:t>
            </a:r>
            <a:br/>
            <a:r>
              <a:t>→ may overfit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Why do we use max_depth?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Main purpose: control overfitting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01752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Too Small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43000"/>
            <a:ext cx="301752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Good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143000"/>
            <a:ext cx="301752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Too 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B4B4B"/>
                </a:solidFill>
              </a:defRPr>
            </a:pPr>
            <a:r>
              <a:t>Very simple tree</a:t>
            </a:r>
            <a:br/>
            <a:br/>
            <a:r>
              <a:t>Training accuracy ↓</a:t>
            </a:r>
            <a:br/>
            <a:r>
              <a:t>Test accuracy ↓</a:t>
            </a:r>
            <a:br/>
            <a:br/>
            <a:r>
              <a:t>Possible underfitting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B4B4B"/>
                </a:solidFill>
              </a:defRPr>
            </a:pPr>
            <a:r>
              <a:t>Learns useful patterns</a:t>
            </a:r>
            <a:br/>
            <a:br/>
            <a:r>
              <a:t>Training accuracy ↑</a:t>
            </a:r>
            <a:br/>
            <a:r>
              <a:t>Test accuracy ↑</a:t>
            </a:r>
            <a:br/>
            <a:br/>
            <a:r>
              <a:t>Better generalization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B4B4B"/>
                </a:solidFill>
              </a:defRPr>
            </a:pPr>
            <a:r>
              <a:t>Very complex tree</a:t>
            </a:r>
            <a:br/>
            <a:br/>
            <a:r>
              <a:t>Training accuracy ↑↑</a:t>
            </a:r>
            <a:br/>
            <a:r>
              <a:t>Test accuracy ↓</a:t>
            </a:r>
            <a:br/>
            <a:br/>
            <a:r>
              <a:t>Possible 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983480"/>
            <a:ext cx="6675120" cy="7315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Choose max_depth using validation / test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Testing Different max_depth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A practical way to select a suitable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6492240" cy="516636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from sklearn.tree import DecisionTreeClassifier</a:t>
            </a:r>
            <a:br/>
            <a:r>
              <a:t>from sklearn.metrics import accuracy_score</a:t>
            </a:r>
            <a:br/>
            <a:br/>
            <a:r>
              <a:t>for depth in [1, 2, 3, 4, 5, 6, 8, 10]:</a:t>
            </a:r>
            <a:br/>
            <a:r>
              <a:t>    model = DecisionTreeClassifier(</a:t>
            </a:r>
            <a:br/>
            <a:r>
              <a:t>        criterion="gini",</a:t>
            </a:r>
            <a:br/>
            <a:r>
              <a:t>        max_depth=depth,</a:t>
            </a:r>
            <a:br/>
            <a:r>
              <a:t>        random_state=42</a:t>
            </a:r>
            <a:br/>
            <a:r>
              <a:t>    )</a:t>
            </a:r>
            <a:br/>
            <a:br/>
            <a:r>
              <a:t>    model.fit(X_train, y_train)</a:t>
            </a:r>
            <a:br/>
            <a:r>
              <a:t>    y_pred = model.predict(X_test)</a:t>
            </a:r>
            <a:br/>
            <a:br/>
            <a:r>
              <a:t>    accuracy = accuracy_score(y_test, y_pred)</a:t>
            </a:r>
            <a:br/>
            <a:r>
              <a:t>    print(depth, accuracy)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234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Example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4747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Depth 1 → 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34747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Depth 2 → 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200400"/>
            <a:ext cx="34747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Depth 3 → 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886200"/>
            <a:ext cx="3474720" cy="5486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Depth 4 → 88%  ← Best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572000"/>
            <a:ext cx="34747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Depth 8 → 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5532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Do not choose depth only from training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Important Decision Tree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Parameters commonly used in sklearn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46888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16128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</a:defRPr>
            </a:pPr>
            <a:r>
              <a:t>How good is the split?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16128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gini / entropy / log_loss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46888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max_depth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500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</a:defRPr>
            </a:pPr>
            <a:r>
              <a:t>How deep can tree grow?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5000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e.g. 3, 5,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246888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min_samples_split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5387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</a:defRPr>
            </a:pPr>
            <a:r>
              <a:t>When can a node split?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53872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e.g.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246888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min_samples_leaf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7274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</a:defRPr>
            </a:pPr>
            <a:r>
              <a:t>Minimum samples in a leaf?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72744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4B4B"/>
                </a:solidFill>
              </a:defRPr>
            </a:pPr>
            <a:r>
              <a:t>e.g.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897880"/>
            <a:ext cx="10241280" cy="59436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DecisionTreeClassifier(criterion="gini", max_depth=5, min_samples_split=10, min_samples_leaf=5, random_state=42)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Complete Classification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Train a Decision Tree and compare different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972800" cy="5440680"/>
          </a:xfrm>
          <a:prstGeom prst="roundRect">
            <a:avLst/>
          </a:prstGeom>
          <a:solidFill>
            <a:srgbClr val="23232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non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from sklearn.tree import DecisionTreeClassifier</a:t>
            </a:r>
            <a:br/>
            <a:r>
              <a:t>from sklearn.model_selection import train_test_split</a:t>
            </a:r>
            <a:br/>
            <a:r>
              <a:t>from sklearn.metrics import accuracy_score</a:t>
            </a:r>
            <a:br/>
            <a:br/>
            <a:r>
              <a:t># Split data</a:t>
            </a:r>
            <a:br/>
            <a:r>
              <a:t>X_train, X_test, y_train, y_test = train_test_split(</a:t>
            </a:r>
            <a:br/>
            <a:r>
              <a:t>    X, y, test_size=0.2, random_state=42</a:t>
            </a:r>
            <a:br/>
            <a:r>
              <a:t>)</a:t>
            </a:r>
            <a:br/>
            <a:br/>
            <a:r>
              <a:t># Gini</a:t>
            </a:r>
            <a:br/>
            <a:r>
              <a:t>model_gini = DecisionTreeClassifier(</a:t>
            </a:r>
            <a:br/>
            <a:r>
              <a:t>    criterion="gini", max_depth=5, random_state=42</a:t>
            </a:r>
            <a:br/>
            <a:r>
              <a:t>)</a:t>
            </a:r>
            <a:br/>
            <a:r>
              <a:t>model_gini.fit(X_train, y_train)</a:t>
            </a:r>
            <a:br/>
            <a:r>
              <a:t>pred_gini = model_gini.predict(X_test)</a:t>
            </a:r>
            <a:br/>
            <a:br/>
            <a:r>
              <a:t># Entropy</a:t>
            </a:r>
            <a:br/>
            <a:r>
              <a:t>model_entropy = DecisionTreeClassifier(</a:t>
            </a:r>
            <a:br/>
            <a:r>
              <a:t>    criterion="entropy", max_depth=5, random_state=42</a:t>
            </a:r>
            <a:br/>
            <a:r>
              <a:t>)</a:t>
            </a:r>
            <a:br/>
            <a:r>
              <a:t>model_entropy.fit(X_train, y_train)</a:t>
            </a:r>
            <a:br/>
            <a:r>
              <a:t>pred_entropy = model_entropy.predict(X_test)</a:t>
            </a:r>
            <a:br/>
            <a:br/>
            <a:r>
              <a:t>print("Gini Accuracy:", accuracy_score(y_test, pred_gini))</a:t>
            </a:r>
            <a:br/>
            <a:r>
              <a:t>print("Entropy Accuracy:", accuracy_score(y_test, pred_entropy))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Decision Tree —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4B4B"/>
                </a:solidFill>
              </a:defRPr>
            </a:pPr>
            <a:r>
              <a:t>Key points for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Gini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33856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Measures impurity. Lower is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Measures uncertainty. Lower is better.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23744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Information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Higher gain means a better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36976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MSE /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73552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Common criteria for regression trees.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50208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max_depth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86784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Limits the maximum tree depth.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Overfitting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00016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Very deep trees can memorize training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76672"/>
            <a:ext cx="2560320" cy="548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Best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1324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4B4B"/>
                </a:solidFill>
              </a:defRPr>
            </a:pPr>
            <a:r>
              <a:t>Choose using validation/test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6172200"/>
            <a:ext cx="7955279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Good Decision Tree = good split criterion + controlled complexity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